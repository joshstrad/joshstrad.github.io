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0" d="100"/>
          <a:sy n="110" d="100"/>
        </p:scale>
        <p:origin x="57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4/19/2023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4/19/2023</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13F37-BE75-9594-6896-F06D617F2F6C}"/>
              </a:ext>
            </a:extLst>
          </p:cNvPr>
          <p:cNvSpPr>
            <a:spLocks noGrp="1"/>
          </p:cNvSpPr>
          <p:nvPr>
            <p:ph type="ctrTitle"/>
          </p:nvPr>
        </p:nvSpPr>
        <p:spPr/>
        <p:txBody>
          <a:bodyPr/>
          <a:lstStyle/>
          <a:p>
            <a:r>
              <a:rPr lang="en-US" dirty="0"/>
              <a:t>	Activision Breach</a:t>
            </a:r>
          </a:p>
        </p:txBody>
      </p:sp>
      <p:sp>
        <p:nvSpPr>
          <p:cNvPr id="3" name="Subtitle 2">
            <a:extLst>
              <a:ext uri="{FF2B5EF4-FFF2-40B4-BE49-F238E27FC236}">
                <a16:creationId xmlns:a16="http://schemas.microsoft.com/office/drawing/2014/main" id="{EE97AF3B-6D76-FDBB-1B4F-B99F0D4E0CCE}"/>
              </a:ext>
            </a:extLst>
          </p:cNvPr>
          <p:cNvSpPr>
            <a:spLocks noGrp="1"/>
          </p:cNvSpPr>
          <p:nvPr>
            <p:ph type="subTitle" idx="1"/>
          </p:nvPr>
        </p:nvSpPr>
        <p:spPr/>
        <p:txBody>
          <a:bodyPr/>
          <a:lstStyle/>
          <a:p>
            <a:r>
              <a:rPr lang="en-US" dirty="0"/>
              <a:t>By: Josh S.</a:t>
            </a:r>
          </a:p>
        </p:txBody>
      </p:sp>
    </p:spTree>
    <p:extLst>
      <p:ext uri="{BB962C8B-B14F-4D97-AF65-F5344CB8AC3E}">
        <p14:creationId xmlns:p14="http://schemas.microsoft.com/office/powerpoint/2010/main" val="1917891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95F30-973B-D9E8-B176-6589C2705D8C}"/>
              </a:ext>
            </a:extLst>
          </p:cNvPr>
          <p:cNvSpPr>
            <a:spLocks noGrp="1"/>
          </p:cNvSpPr>
          <p:nvPr>
            <p:ph type="title"/>
          </p:nvPr>
        </p:nvSpPr>
        <p:spPr/>
        <p:txBody>
          <a:bodyPr/>
          <a:lstStyle/>
          <a:p>
            <a:r>
              <a:rPr lang="en-US" dirty="0"/>
              <a:t>Activision Blizzard</a:t>
            </a:r>
          </a:p>
        </p:txBody>
      </p:sp>
      <p:sp>
        <p:nvSpPr>
          <p:cNvPr id="3" name="Content Placeholder 2">
            <a:extLst>
              <a:ext uri="{FF2B5EF4-FFF2-40B4-BE49-F238E27FC236}">
                <a16:creationId xmlns:a16="http://schemas.microsoft.com/office/drawing/2014/main" id="{83D2E184-7401-E92A-F87A-FC271080BDED}"/>
              </a:ext>
            </a:extLst>
          </p:cNvPr>
          <p:cNvSpPr>
            <a:spLocks noGrp="1"/>
          </p:cNvSpPr>
          <p:nvPr>
            <p:ph idx="1"/>
          </p:nvPr>
        </p:nvSpPr>
        <p:spPr/>
        <p:txBody>
          <a:bodyPr/>
          <a:lstStyle/>
          <a:p>
            <a:r>
              <a:rPr lang="en-US" dirty="0"/>
              <a:t>Activision Blizzard is a video game company who are most famous for their Call of Duty games</a:t>
            </a:r>
          </a:p>
          <a:p>
            <a:r>
              <a:rPr lang="en-US" dirty="0"/>
              <a:t>Founded in July 2008 through the merger of Activision Inc. and Vivendi Games</a:t>
            </a:r>
          </a:p>
          <a:p>
            <a:r>
              <a:rPr lang="en-US" dirty="0"/>
              <a:t>Other popular games from Activision Blizzard include Overwatch, World of Warcraft, and Candy Crush Saga</a:t>
            </a:r>
          </a:p>
        </p:txBody>
      </p:sp>
    </p:spTree>
    <p:extLst>
      <p:ext uri="{BB962C8B-B14F-4D97-AF65-F5344CB8AC3E}">
        <p14:creationId xmlns:p14="http://schemas.microsoft.com/office/powerpoint/2010/main" val="2844430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5FF05-0815-5EF1-339A-508CC98C2482}"/>
              </a:ext>
            </a:extLst>
          </p:cNvPr>
          <p:cNvSpPr>
            <a:spLocks noGrp="1"/>
          </p:cNvSpPr>
          <p:nvPr>
            <p:ph type="title"/>
          </p:nvPr>
        </p:nvSpPr>
        <p:spPr/>
        <p:txBody>
          <a:bodyPr/>
          <a:lstStyle/>
          <a:p>
            <a:r>
              <a:rPr lang="en-US" dirty="0"/>
              <a:t>Activision Breach</a:t>
            </a:r>
          </a:p>
        </p:txBody>
      </p:sp>
      <p:sp>
        <p:nvSpPr>
          <p:cNvPr id="3" name="Content Placeholder 2">
            <a:extLst>
              <a:ext uri="{FF2B5EF4-FFF2-40B4-BE49-F238E27FC236}">
                <a16:creationId xmlns:a16="http://schemas.microsoft.com/office/drawing/2014/main" id="{E95155A9-17DF-070A-F42B-03F20943782A}"/>
              </a:ext>
            </a:extLst>
          </p:cNvPr>
          <p:cNvSpPr>
            <a:spLocks noGrp="1"/>
          </p:cNvSpPr>
          <p:nvPr>
            <p:ph idx="1"/>
          </p:nvPr>
        </p:nvSpPr>
        <p:spPr/>
        <p:txBody>
          <a:bodyPr/>
          <a:lstStyle/>
          <a:p>
            <a:r>
              <a:rPr lang="en-US" dirty="0"/>
              <a:t>Details of the breach were first revealed by cybersecurity and malware research group and Twitter user </a:t>
            </a:r>
            <a:r>
              <a:rPr lang="en-US" dirty="0" err="1"/>
              <a:t>vx</a:t>
            </a:r>
            <a:r>
              <a:rPr lang="en-US" dirty="0"/>
              <a:t>-underground in December of 2022 (</a:t>
            </a:r>
            <a:r>
              <a:rPr lang="en-US" dirty="0" err="1"/>
              <a:t>TechWorm</a:t>
            </a:r>
            <a:r>
              <a:rPr lang="en-US" dirty="0"/>
              <a:t>)</a:t>
            </a:r>
          </a:p>
          <a:p>
            <a:r>
              <a:rPr lang="en-US" dirty="0"/>
              <a:t>Vx-underground revealed screenshots of data that was supposedly stolen from Activision (</a:t>
            </a:r>
            <a:r>
              <a:rPr lang="en-US" dirty="0" err="1"/>
              <a:t>TechWorm</a:t>
            </a:r>
            <a:r>
              <a:rPr lang="en-US" dirty="0"/>
              <a:t>)</a:t>
            </a:r>
          </a:p>
          <a:p>
            <a:r>
              <a:rPr lang="en-US" dirty="0"/>
              <a:t>Vx-underground also confirmed that threat actors successfully phished a privileged user on the network (</a:t>
            </a:r>
            <a:r>
              <a:rPr lang="en-US" dirty="0" err="1"/>
              <a:t>TechWorm</a:t>
            </a:r>
            <a:r>
              <a:rPr lang="en-US" dirty="0"/>
              <a:t>)</a:t>
            </a:r>
          </a:p>
        </p:txBody>
      </p:sp>
    </p:spTree>
    <p:extLst>
      <p:ext uri="{BB962C8B-B14F-4D97-AF65-F5344CB8AC3E}">
        <p14:creationId xmlns:p14="http://schemas.microsoft.com/office/powerpoint/2010/main" val="3706458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3DFB3-E4A6-D01A-416B-F61BEA8100D9}"/>
              </a:ext>
            </a:extLst>
          </p:cNvPr>
          <p:cNvSpPr>
            <a:spLocks noGrp="1"/>
          </p:cNvSpPr>
          <p:nvPr>
            <p:ph type="title"/>
          </p:nvPr>
        </p:nvSpPr>
        <p:spPr/>
        <p:txBody>
          <a:bodyPr>
            <a:normAutofit/>
          </a:bodyPr>
          <a:lstStyle/>
          <a:p>
            <a:r>
              <a:rPr lang="en-US" dirty="0"/>
              <a:t>Activision Breach Cont.</a:t>
            </a:r>
          </a:p>
        </p:txBody>
      </p:sp>
      <p:sp>
        <p:nvSpPr>
          <p:cNvPr id="3" name="Content Placeholder 2">
            <a:extLst>
              <a:ext uri="{FF2B5EF4-FFF2-40B4-BE49-F238E27FC236}">
                <a16:creationId xmlns:a16="http://schemas.microsoft.com/office/drawing/2014/main" id="{1EA7C2FC-EBEA-BE63-39D8-A29F80B32298}"/>
              </a:ext>
            </a:extLst>
          </p:cNvPr>
          <p:cNvSpPr>
            <a:spLocks noGrp="1"/>
          </p:cNvSpPr>
          <p:nvPr>
            <p:ph idx="1"/>
          </p:nvPr>
        </p:nvSpPr>
        <p:spPr/>
        <p:txBody>
          <a:bodyPr/>
          <a:lstStyle/>
          <a:p>
            <a:r>
              <a:rPr lang="en-US" dirty="0"/>
              <a:t>A report from </a:t>
            </a:r>
            <a:r>
              <a:rPr lang="en-US" i="1" dirty="0"/>
              <a:t>Insider Gaming </a:t>
            </a:r>
            <a:r>
              <a:rPr lang="en-US" dirty="0"/>
              <a:t>revealed that data stolen contained plans for Modern Warfare 2’s upcoming DLC’s, Call of Duty 2023, Call of Duty 2024, and sensitive employee information</a:t>
            </a:r>
          </a:p>
          <a:p>
            <a:r>
              <a:rPr lang="en-US" dirty="0"/>
              <a:t>The sensitive employee information included full names, emails, phone numbers, salaries, places of work, and more (</a:t>
            </a:r>
            <a:r>
              <a:rPr lang="en-US" dirty="0" err="1"/>
              <a:t>TechWorm</a:t>
            </a:r>
            <a:r>
              <a:rPr lang="en-US" dirty="0"/>
              <a:t>)</a:t>
            </a:r>
          </a:p>
          <a:p>
            <a:endParaRPr lang="en-US" dirty="0"/>
          </a:p>
          <a:p>
            <a:endParaRPr lang="en-US" dirty="0"/>
          </a:p>
        </p:txBody>
      </p:sp>
    </p:spTree>
    <p:extLst>
      <p:ext uri="{BB962C8B-B14F-4D97-AF65-F5344CB8AC3E}">
        <p14:creationId xmlns:p14="http://schemas.microsoft.com/office/powerpoint/2010/main" val="177305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B359-29A3-1238-D884-943D4F39E831}"/>
              </a:ext>
            </a:extLst>
          </p:cNvPr>
          <p:cNvSpPr>
            <a:spLocks noGrp="1"/>
          </p:cNvSpPr>
          <p:nvPr>
            <p:ph type="title"/>
          </p:nvPr>
        </p:nvSpPr>
        <p:spPr/>
        <p:txBody>
          <a:bodyPr/>
          <a:lstStyle/>
          <a:p>
            <a:r>
              <a:rPr lang="en-US" dirty="0"/>
              <a:t>Activision Response</a:t>
            </a:r>
          </a:p>
        </p:txBody>
      </p:sp>
      <p:sp>
        <p:nvSpPr>
          <p:cNvPr id="3" name="Content Placeholder 2">
            <a:extLst>
              <a:ext uri="{FF2B5EF4-FFF2-40B4-BE49-F238E27FC236}">
                <a16:creationId xmlns:a16="http://schemas.microsoft.com/office/drawing/2014/main" id="{94608CEE-EA79-C699-9C0F-A3938D646AD2}"/>
              </a:ext>
            </a:extLst>
          </p:cNvPr>
          <p:cNvSpPr>
            <a:spLocks noGrp="1"/>
          </p:cNvSpPr>
          <p:nvPr>
            <p:ph idx="1"/>
          </p:nvPr>
        </p:nvSpPr>
        <p:spPr/>
        <p:txBody>
          <a:bodyPr/>
          <a:lstStyle/>
          <a:p>
            <a:r>
              <a:rPr lang="en-US" dirty="0"/>
              <a:t>Activision acknowledged that there was a breach that occurred in December 2022</a:t>
            </a:r>
          </a:p>
          <a:p>
            <a:r>
              <a:rPr lang="en-US" dirty="0"/>
              <a:t>However, they denied that no employee data, game source code, or player details had been accessed</a:t>
            </a:r>
          </a:p>
          <a:p>
            <a:endParaRPr lang="en-US" dirty="0"/>
          </a:p>
        </p:txBody>
      </p:sp>
    </p:spTree>
    <p:extLst>
      <p:ext uri="{BB962C8B-B14F-4D97-AF65-F5344CB8AC3E}">
        <p14:creationId xmlns:p14="http://schemas.microsoft.com/office/powerpoint/2010/main" val="1968929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63039-3E7E-9576-A923-E63EDAB1C00C}"/>
              </a:ext>
            </a:extLst>
          </p:cNvPr>
          <p:cNvSpPr>
            <a:spLocks noGrp="1"/>
          </p:cNvSpPr>
          <p:nvPr>
            <p:ph type="title"/>
          </p:nvPr>
        </p:nvSpPr>
        <p:spPr/>
        <p:txBody>
          <a:bodyPr/>
          <a:lstStyle/>
          <a:p>
            <a:r>
              <a:rPr lang="en-US" dirty="0"/>
              <a:t>Activision Response Cont.</a:t>
            </a:r>
          </a:p>
        </p:txBody>
      </p:sp>
      <p:sp>
        <p:nvSpPr>
          <p:cNvPr id="3" name="Content Placeholder 2">
            <a:extLst>
              <a:ext uri="{FF2B5EF4-FFF2-40B4-BE49-F238E27FC236}">
                <a16:creationId xmlns:a16="http://schemas.microsoft.com/office/drawing/2014/main" id="{D1D1F339-526F-5D33-C90C-6AEFE1ED0460}"/>
              </a:ext>
            </a:extLst>
          </p:cNvPr>
          <p:cNvSpPr>
            <a:spLocks noGrp="1"/>
          </p:cNvSpPr>
          <p:nvPr>
            <p:ph idx="1"/>
          </p:nvPr>
        </p:nvSpPr>
        <p:spPr/>
        <p:txBody>
          <a:bodyPr/>
          <a:lstStyle/>
          <a:p>
            <a:r>
              <a:rPr lang="en-US" dirty="0"/>
              <a:t>Activision official statement on the breach: “The security of our data is paramount, and we have comprehensive information security protocols in place. On December 4, 2022, our information security team  swiftly addressed an SMS phishing attempt and quickly resolved it” (Insider Gaming)</a:t>
            </a:r>
          </a:p>
        </p:txBody>
      </p:sp>
    </p:spTree>
    <p:extLst>
      <p:ext uri="{BB962C8B-B14F-4D97-AF65-F5344CB8AC3E}">
        <p14:creationId xmlns:p14="http://schemas.microsoft.com/office/powerpoint/2010/main" val="698755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49EA5-59DE-D655-065F-91BD31CB2CF7}"/>
              </a:ext>
            </a:extLst>
          </p:cNvPr>
          <p:cNvSpPr>
            <a:spLocks noGrp="1"/>
          </p:cNvSpPr>
          <p:nvPr>
            <p:ph type="title"/>
          </p:nvPr>
        </p:nvSpPr>
        <p:spPr>
          <a:xfrm>
            <a:off x="171273" y="235726"/>
            <a:ext cx="6241816" cy="1371600"/>
          </a:xfrm>
        </p:spPr>
        <p:txBody>
          <a:bodyPr/>
          <a:lstStyle/>
          <a:p>
            <a:r>
              <a:rPr lang="en-US" dirty="0"/>
              <a:t>Call Of Duty Leaks</a:t>
            </a:r>
          </a:p>
        </p:txBody>
      </p:sp>
      <p:sp>
        <p:nvSpPr>
          <p:cNvPr id="11" name="Content Placeholder 10">
            <a:extLst>
              <a:ext uri="{FF2B5EF4-FFF2-40B4-BE49-F238E27FC236}">
                <a16:creationId xmlns:a16="http://schemas.microsoft.com/office/drawing/2014/main" id="{67EA1ACF-C70B-F0EC-DC56-2D547D53CE69}"/>
              </a:ext>
            </a:extLst>
          </p:cNvPr>
          <p:cNvSpPr>
            <a:spLocks noGrp="1"/>
          </p:cNvSpPr>
          <p:nvPr>
            <p:ph type="body" sz="half" idx="2"/>
          </p:nvPr>
        </p:nvSpPr>
        <p:spPr>
          <a:xfrm>
            <a:off x="0" y="1767980"/>
            <a:ext cx="6241816" cy="3139580"/>
          </a:xfrm>
        </p:spPr>
        <p:txBody>
          <a:bodyPr>
            <a:normAutofit/>
          </a:bodyPr>
          <a:lstStyle/>
          <a:p>
            <a:r>
              <a:rPr lang="en-US" dirty="0"/>
              <a:t>The Call of Duty leaks revealed that Activision plans</a:t>
            </a:r>
          </a:p>
          <a:p>
            <a:r>
              <a:rPr lang="en-US" dirty="0"/>
              <a:t> on releasing content for the 2022 Call of Duty </a:t>
            </a:r>
          </a:p>
          <a:p>
            <a:r>
              <a:rPr lang="en-US" dirty="0"/>
              <a:t>through November 8, 2023.</a:t>
            </a:r>
          </a:p>
          <a:p>
            <a:r>
              <a:rPr lang="en-US" dirty="0"/>
              <a:t>With this information, there has been </a:t>
            </a:r>
          </a:p>
          <a:p>
            <a:r>
              <a:rPr lang="en-US" dirty="0"/>
              <a:t>many rumors and reports that there will be a </a:t>
            </a:r>
          </a:p>
          <a:p>
            <a:r>
              <a:rPr lang="en-US" dirty="0"/>
              <a:t>new Call of Duty releasing in November 2023.</a:t>
            </a:r>
          </a:p>
          <a:p>
            <a:endParaRPr lang="en-US" dirty="0"/>
          </a:p>
        </p:txBody>
      </p:sp>
      <p:pic>
        <p:nvPicPr>
          <p:cNvPr id="12" name="Picture 11">
            <a:extLst>
              <a:ext uri="{FF2B5EF4-FFF2-40B4-BE49-F238E27FC236}">
                <a16:creationId xmlns:a16="http://schemas.microsoft.com/office/drawing/2014/main" id="{B1738B40-3839-96F1-04A0-71177ACD5E38}"/>
              </a:ext>
            </a:extLst>
          </p:cNvPr>
          <p:cNvPicPr>
            <a:picLocks noChangeAspect="1"/>
          </p:cNvPicPr>
          <p:nvPr/>
        </p:nvPicPr>
        <p:blipFill>
          <a:blip r:embed="rId2"/>
          <a:stretch>
            <a:fillRect/>
          </a:stretch>
        </p:blipFill>
        <p:spPr>
          <a:xfrm>
            <a:off x="5461233" y="921526"/>
            <a:ext cx="6154642" cy="4889210"/>
          </a:xfrm>
          <a:prstGeom prst="rect">
            <a:avLst/>
          </a:prstGeom>
        </p:spPr>
      </p:pic>
    </p:spTree>
    <p:extLst>
      <p:ext uri="{BB962C8B-B14F-4D97-AF65-F5344CB8AC3E}">
        <p14:creationId xmlns:p14="http://schemas.microsoft.com/office/powerpoint/2010/main" val="917611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8402A2-2A03-A793-7723-06C46234AB63}"/>
              </a:ext>
            </a:extLst>
          </p:cNvPr>
          <p:cNvSpPr>
            <a:spLocks noGrp="1"/>
          </p:cNvSpPr>
          <p:nvPr>
            <p:ph type="title"/>
          </p:nvPr>
        </p:nvSpPr>
        <p:spPr/>
        <p:txBody>
          <a:bodyPr/>
          <a:lstStyle/>
          <a:p>
            <a:r>
              <a:rPr lang="en-US" dirty="0"/>
              <a:t>Employee Leaks</a:t>
            </a:r>
          </a:p>
        </p:txBody>
      </p:sp>
      <p:sp>
        <p:nvSpPr>
          <p:cNvPr id="6" name="Content Placeholder 5">
            <a:extLst>
              <a:ext uri="{FF2B5EF4-FFF2-40B4-BE49-F238E27FC236}">
                <a16:creationId xmlns:a16="http://schemas.microsoft.com/office/drawing/2014/main" id="{F93E8E8D-77D4-8F32-1652-11BBC88FF6A6}"/>
              </a:ext>
            </a:extLst>
          </p:cNvPr>
          <p:cNvSpPr>
            <a:spLocks noGrp="1"/>
          </p:cNvSpPr>
          <p:nvPr>
            <p:ph idx="1"/>
          </p:nvPr>
        </p:nvSpPr>
        <p:spPr/>
        <p:txBody>
          <a:bodyPr/>
          <a:lstStyle/>
          <a:p>
            <a:r>
              <a:rPr lang="en-US" dirty="0"/>
              <a:t>It was reported that Activision did not notify the employees of the breach for a while (TechCrunch)</a:t>
            </a:r>
          </a:p>
          <a:p>
            <a:r>
              <a:rPr lang="en-US" dirty="0"/>
              <a:t>A quote from one of the employees at Activision, “This is a problem. If there’s employee’s information involved, then they should have disclosed the breach.” (TechCrunch)</a:t>
            </a:r>
          </a:p>
          <a:p>
            <a:r>
              <a:rPr lang="en-US" dirty="0"/>
              <a:t>The hackers were able to access and steal a series of spreadsheets of employee data</a:t>
            </a:r>
          </a:p>
          <a:p>
            <a:endParaRPr lang="en-US" dirty="0"/>
          </a:p>
        </p:txBody>
      </p:sp>
    </p:spTree>
    <p:extLst>
      <p:ext uri="{BB962C8B-B14F-4D97-AF65-F5344CB8AC3E}">
        <p14:creationId xmlns:p14="http://schemas.microsoft.com/office/powerpoint/2010/main" val="2817485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16AC9-9CCC-41FE-EB11-A8DB4A31D8F3}"/>
              </a:ext>
            </a:extLst>
          </p:cNvPr>
          <p:cNvSpPr>
            <a:spLocks noGrp="1"/>
          </p:cNvSpPr>
          <p:nvPr>
            <p:ph type="title"/>
          </p:nvPr>
        </p:nvSpPr>
        <p:spPr/>
        <p:txBody>
          <a:bodyPr/>
          <a:lstStyle/>
          <a:p>
            <a:r>
              <a:rPr lang="en-US" dirty="0"/>
              <a:t>Video Game Breaches</a:t>
            </a:r>
          </a:p>
        </p:txBody>
      </p:sp>
      <p:sp>
        <p:nvSpPr>
          <p:cNvPr id="3" name="Content Placeholder 2">
            <a:extLst>
              <a:ext uri="{FF2B5EF4-FFF2-40B4-BE49-F238E27FC236}">
                <a16:creationId xmlns:a16="http://schemas.microsoft.com/office/drawing/2014/main" id="{96E5031F-D26E-D072-CBAE-83F1BD260D5D}"/>
              </a:ext>
            </a:extLst>
          </p:cNvPr>
          <p:cNvSpPr>
            <a:spLocks noGrp="1"/>
          </p:cNvSpPr>
          <p:nvPr>
            <p:ph idx="1"/>
          </p:nvPr>
        </p:nvSpPr>
        <p:spPr/>
        <p:txBody>
          <a:bodyPr/>
          <a:lstStyle/>
          <a:p>
            <a:r>
              <a:rPr lang="en-US" dirty="0"/>
              <a:t>According to ESET UK, Activision Blizzard breach is one of the most-hacked video game companies in the world</a:t>
            </a:r>
          </a:p>
          <a:p>
            <a:r>
              <a:rPr lang="en-US" dirty="0"/>
              <a:t>ESET UK ranked this breach as the number one most significant video game breach</a:t>
            </a:r>
          </a:p>
          <a:p>
            <a:r>
              <a:rPr lang="en-US" dirty="0"/>
              <a:t>Other impactful video game breaches include the GTA VI leak and the EA breach</a:t>
            </a:r>
          </a:p>
          <a:p>
            <a:endParaRPr lang="en-US" dirty="0"/>
          </a:p>
        </p:txBody>
      </p:sp>
    </p:spTree>
    <p:extLst>
      <p:ext uri="{BB962C8B-B14F-4D97-AF65-F5344CB8AC3E}">
        <p14:creationId xmlns:p14="http://schemas.microsoft.com/office/powerpoint/2010/main" val="1414774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69593-A7D2-232D-D83D-45C712D980D8}"/>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04F96428-6164-EED2-2096-215217194C44}"/>
              </a:ext>
            </a:extLst>
          </p:cNvPr>
          <p:cNvSpPr>
            <a:spLocks noGrp="1"/>
          </p:cNvSpPr>
          <p:nvPr>
            <p:ph idx="1"/>
          </p:nvPr>
        </p:nvSpPr>
        <p:spPr>
          <a:xfrm>
            <a:off x="1295402" y="2556932"/>
            <a:ext cx="9601196" cy="3318936"/>
          </a:xfrm>
        </p:spPr>
        <p:txBody>
          <a:bodyPr>
            <a:normAutofit fontScale="70000" lnSpcReduction="20000"/>
          </a:bodyPr>
          <a:lstStyle/>
          <a:p>
            <a:r>
              <a:rPr lang="en-US" dirty="0"/>
              <a:t>11 massive video game companies recently targeted by Cybercriminals. ESET. (2022, July 20). Retrieved April 19, 2023, from https://www.eset.com/uk/about/newsroom/blog/11-massive-video-game-companies-recently-targeted-by-cybercriminals/ </a:t>
            </a:r>
          </a:p>
          <a:p>
            <a:r>
              <a:rPr lang="en-US" dirty="0" err="1"/>
              <a:t>Franceschi-Bicchierai</a:t>
            </a:r>
            <a:r>
              <a:rPr lang="en-US" dirty="0"/>
              <a:t>, L. (2023, February 21). Activision did not notify employees of data breach for months. TechCrunch. Retrieved April 18, 2023, from https://techcrunch.com/2023/02/21/activision-did-not-notify-employees-of-data-breach-for-months/ </a:t>
            </a:r>
          </a:p>
          <a:p>
            <a:r>
              <a:rPr lang="en-US" dirty="0"/>
              <a:t>Iyer, K. (2023, February 22). Hackers steal upcoming games, employee data in Activision Data Breach. </a:t>
            </a:r>
            <a:r>
              <a:rPr lang="en-US" dirty="0" err="1"/>
              <a:t>TechWorm</a:t>
            </a:r>
            <a:r>
              <a:rPr lang="en-US" dirty="0"/>
              <a:t>. Retrieved April 18, 2023, from https://www.techworm.net/2023/02/hackers-steal-upcoming-games-in-activision-data-breach.html </a:t>
            </a:r>
          </a:p>
          <a:p>
            <a:r>
              <a:rPr lang="en-US" dirty="0"/>
              <a:t>TRUȚĂ, F. (n.d.). Activision confirms data breach exposing plans for call of duty, employee data. Hot for Security. Retrieved April 18, 2023, from https://www.bitdefender.com/blog/hotforsecurity/activision-confirms-data-breach-exposing-call-of-duty-plans-employee-data/ </a:t>
            </a:r>
          </a:p>
          <a:p>
            <a:endParaRPr lang="en-US" dirty="0"/>
          </a:p>
          <a:p>
            <a:endParaRPr lang="en-US" dirty="0"/>
          </a:p>
        </p:txBody>
      </p:sp>
    </p:spTree>
    <p:extLst>
      <p:ext uri="{BB962C8B-B14F-4D97-AF65-F5344CB8AC3E}">
        <p14:creationId xmlns:p14="http://schemas.microsoft.com/office/powerpoint/2010/main" val="149710601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C2D6DA2A7A3E48B4E9364415D95C51" ma:contentTypeVersion="4" ma:contentTypeDescription="Create a new document." ma:contentTypeScope="" ma:versionID="55887c3b9278c7ab07fdbbe0a5914e2e">
  <xsd:schema xmlns:xsd="http://www.w3.org/2001/XMLSchema" xmlns:xs="http://www.w3.org/2001/XMLSchema" xmlns:p="http://schemas.microsoft.com/office/2006/metadata/properties" xmlns:ns3="77be677d-0236-4f8e-80ae-0619c5bc1c38" targetNamespace="http://schemas.microsoft.com/office/2006/metadata/properties" ma:root="true" ma:fieldsID="2c3e7b53d214092cecf50a2b81db4176" ns3:_="">
    <xsd:import namespace="77be677d-0236-4f8e-80ae-0619c5bc1c38"/>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be677d-0236-4f8e-80ae-0619c5bc1c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E9DFE5D-BF44-4368-A0EE-B44636A797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be677d-0236-4f8e-80ae-0619c5bc1c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A1611-B1E3-4736-BCD7-423114AC11A1}">
  <ds:schemaRefs>
    <ds:schemaRef ds:uri="http://schemas.microsoft.com/sharepoint/v3/contenttype/forms"/>
  </ds:schemaRefs>
</ds:datastoreItem>
</file>

<file path=customXml/itemProps3.xml><?xml version="1.0" encoding="utf-8"?>
<ds:datastoreItem xmlns:ds="http://schemas.openxmlformats.org/officeDocument/2006/customXml" ds:itemID="{613E46EA-45DE-4D9F-93E4-E9C7A889027C}">
  <ds:schemaRefs>
    <ds:schemaRef ds:uri="http://schemas.microsoft.com/office/2006/documentManagement/types"/>
    <ds:schemaRef ds:uri="77be677d-0236-4f8e-80ae-0619c5bc1c38"/>
    <ds:schemaRef ds:uri="http://schemas.microsoft.com/office/2006/metadata/properties"/>
    <ds:schemaRef ds:uri="http://purl.org/dc/dcmitype/"/>
    <ds:schemaRef ds:uri="http://schemas.microsoft.com/office/infopath/2007/PartnerControls"/>
    <ds:schemaRef ds:uri="http://www.w3.org/XML/1998/namespace"/>
    <ds:schemaRef ds:uri="http://purl.org/dc/elements/1.1/"/>
    <ds:schemaRef ds:uri="http://purl.org/dc/term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Organic</Template>
  <TotalTime>84</TotalTime>
  <Words>612</Words>
  <Application>Microsoft Office PowerPoint</Application>
  <PresentationFormat>Widescreen</PresentationFormat>
  <Paragraphs>38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Garamond</vt:lpstr>
      <vt:lpstr>Organic</vt:lpstr>
      <vt:lpstr> Activision Breach</vt:lpstr>
      <vt:lpstr>Activision Blizzard</vt:lpstr>
      <vt:lpstr>Activision Breach</vt:lpstr>
      <vt:lpstr>Activision Breach Cont.</vt:lpstr>
      <vt:lpstr>Activision Response</vt:lpstr>
      <vt:lpstr>Activision Response Cont.</vt:lpstr>
      <vt:lpstr>Call Of Duty Leaks</vt:lpstr>
      <vt:lpstr>Employee Leaks</vt:lpstr>
      <vt:lpstr>Video Game Breaches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Activision Breach</dc:title>
  <dc:creator>Joshua R. Stradford</dc:creator>
  <cp:lastModifiedBy>Joshua R. Stradford</cp:lastModifiedBy>
  <cp:revision>2</cp:revision>
  <dcterms:created xsi:type="dcterms:W3CDTF">2023-04-19T19:58:10Z</dcterms:created>
  <dcterms:modified xsi:type="dcterms:W3CDTF">2023-04-19T21:22:11Z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0x010100D1C2D6DA2A7A3E48B4E9364415D95C51</vt:lpwstr>
  </property>
</Properties>
</file>